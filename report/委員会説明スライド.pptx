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ボーイスカウト杉並5団</a:t>
            </a:r>
          </a:p>
          <a:p>
            <a:r>
              <a:t>LINE公式アカウント活用計画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委員会説明資料　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　現状の課題</a:t>
            </a:r>
          </a:p>
          <a:p>
            <a:r>
              <a:t>02　提案する仕組みの全体像</a:t>
            </a:r>
          </a:p>
          <a:p>
            <a:r>
              <a:t>03　LINEでできること</a:t>
            </a:r>
          </a:p>
          <a:p>
            <a:r>
              <a:t>04　紹介動画・活動レポート配信</a:t>
            </a:r>
          </a:p>
          <a:p>
            <a:r>
              <a:t>05　費用と実施スケジュール</a:t>
            </a:r>
          </a:p>
          <a:p>
            <a:r>
              <a:t>06　団員の皆さんへのお願い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01｜現状の課題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アンケート結果（5/10イベント n=23）</a:t>
            </a:r>
          </a:p>
          <a:p>
            <a:r>
              <a:t>　来場きっかけ：学校チラシ 65%　友人紹介 22%　SNS 0%</a:t>
            </a:r>
          </a:p>
          <a:p>
            <a:r>
              <a:t>　活動を見たいか：「見たい/機会があれば」100%</a:t>
            </a:r>
          </a:p>
          <a:p>
            <a:r>
              <a:t>　メール通知：「いらない」52% → LINEが正解</a:t>
            </a:r>
          </a:p>
          <a:p/>
          <a:p>
            <a:r>
              <a:t>■ 現状の広報の弱点</a:t>
            </a:r>
          </a:p>
          <a:p>
            <a:r>
              <a:t>　❶ 活動報告がPDF → スマホで読みにくく共有できない</a:t>
            </a:r>
          </a:p>
          <a:p>
            <a:r>
              <a:t>　❷ LINEへの導線がない → 関心を持った人が動けない</a:t>
            </a:r>
          </a:p>
          <a:p>
            <a:r>
              <a:t>　❸ 体験・見学ページが弱い → 申し込みにつながらない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02｜仕組みの全体像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【流れ】</a:t>
            </a:r>
          </a:p>
          <a:p>
            <a:r>
              <a:t>　チラシ・ポスター・口コミ</a:t>
            </a:r>
          </a:p>
          <a:p>
            <a:r>
              <a:t>　　↓（QRコード）</a:t>
            </a:r>
          </a:p>
          <a:p>
            <a:r>
              <a:t>　LINE公式アカウントに登録</a:t>
            </a:r>
          </a:p>
          <a:p>
            <a:r>
              <a:t>　　↓（自動）</a:t>
            </a:r>
          </a:p>
          <a:p>
            <a:r>
              <a:t>　学年確認 → 年齢別の紹介動画をプレゼント</a:t>
            </a:r>
          </a:p>
          <a:p>
            <a:r>
              <a:t>　　↓（自動・定期）</a:t>
            </a:r>
          </a:p>
          <a:p>
            <a:r>
              <a:t>　活動レポート・役立つ情報を配信</a:t>
            </a:r>
          </a:p>
          <a:p>
            <a:r>
              <a:t>　　↓</a:t>
            </a:r>
          </a:p>
          <a:p>
            <a:r>
              <a:t>　体験会に参加 → 入団</a:t>
            </a:r>
          </a:p>
          <a:p/>
          <a:p>
            <a:r>
              <a:t>【ポイント】登録後は自動でメッセージが届きます。</a:t>
            </a:r>
          </a:p>
          <a:p>
            <a:r>
              <a:t>担当者の作業は月2〜4回の配信と個別返信のみ。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03｜LINEでできること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自動化できること（担当者の手間ゼロ）</a:t>
            </a:r>
          </a:p>
          <a:p>
            <a:r>
              <a:t>　・友達追加直後のあいさつメッセージ</a:t>
            </a:r>
          </a:p>
          <a:p>
            <a:r>
              <a:t>　・子どもの学年確認（ボタン2択）</a:t>
            </a:r>
          </a:p>
          <a:p>
            <a:r>
              <a:t>　・学年に合った紹介動画を即時送信</a:t>
            </a:r>
          </a:p>
          <a:p>
            <a:r>
              <a:t>　・3日後：パパ・ママの別を確認</a:t>
            </a:r>
          </a:p>
          <a:p>
            <a:r>
              <a:t>　・1週間後・2週間後：フォローアップ動画</a:t>
            </a:r>
          </a:p>
          <a:p/>
          <a:p>
            <a:r>
              <a:t>■ 送り分けの仕組み</a:t>
            </a:r>
          </a:p>
          <a:p>
            <a:r>
              <a:t>　ビーバー隊×パパ　／　ビーバー隊×ママ</a:t>
            </a:r>
          </a:p>
          <a:p>
            <a:r>
              <a:t>　カブ隊×パパ　　　／　カブ隊×ママ</a:t>
            </a:r>
          </a:p>
          <a:p>
            <a:r>
              <a:t>　※ ボーイ隊・ベンチャー隊はニーズ確認後に追加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04｜紹介動画・活動レポート配信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紹介動画（全6本：ビーバー版3本・カブ版3本）</a:t>
            </a:r>
          </a:p>
          <a:p>
            <a:r>
              <a:t>　「学年を教えてくれたら動画をプレゼント」</a:t>
            </a:r>
          </a:p>
          <a:p>
            <a:r>
              <a:t>　1本目：活動の雰囲気・楽しさ（60〜90秒）</a:t>
            </a:r>
          </a:p>
          <a:p>
            <a:r>
              <a:t>　2本目：子どもの成長・変化（60〜90秒）</a:t>
            </a:r>
          </a:p>
          <a:p>
            <a:r>
              <a:t>　3本目：体験会への誘導（30〜60秒）</a:t>
            </a:r>
          </a:p>
          <a:p>
            <a:r>
              <a:t>　制作：CapCut / Canva（無料）</a:t>
            </a:r>
          </a:p>
          <a:p/>
          <a:p>
            <a:r>
              <a:t>■ 活動レポート配信</a:t>
            </a:r>
          </a:p>
          <a:p>
            <a:r>
              <a:t>　各隊長がPDFで報告書作成（現行どおり）</a:t>
            </a:r>
          </a:p>
          <a:p>
            <a:r>
              <a:t>　　↓ 担当者がCanvaで画像に作り直す（15〜20分）</a:t>
            </a:r>
          </a:p>
          <a:p>
            <a:r>
              <a:t>　　↓ 該当する隊の保護者だけにLINE配信</a:t>
            </a:r>
          </a:p>
          <a:p>
            <a:r>
              <a:t>　将来：PDF→AI自動生成→承認→自動配信（フェーズ2）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05｜費用と実施スケジュール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フェーズ1（〜登録者50名）　すべて無料</a:t>
            </a:r>
          </a:p>
          <a:p>
            <a:r>
              <a:t>　LINE公式アカウント・Lステップ・Canva・Googleフォーム</a:t>
            </a:r>
          </a:p>
          <a:p/>
          <a:p>
            <a:r>
              <a:t>■ フェーズ2（登録者増加後）</a:t>
            </a:r>
          </a:p>
          <a:p>
            <a:r>
              <a:t>　LINE有料プラン：月額5,000円　Lステップ有料：月額3,000円〜</a:t>
            </a:r>
          </a:p>
          <a:p>
            <a:r>
              <a:t>　→ 広報活動費として計上を検討</a:t>
            </a:r>
          </a:p>
          <a:p/>
          <a:p>
            <a:r>
              <a:t>■ 実施スケジュール</a:t>
            </a:r>
          </a:p>
          <a:p>
            <a:r>
              <a:t>　今週　　：LINE公式開設・自動フロー設定・11名へお礼連絡</a:t>
            </a:r>
          </a:p>
          <a:p>
            <a:r>
              <a:t>　今月中　：紹介動画制作・体験会日程確定・告知開始</a:t>
            </a:r>
          </a:p>
          <a:p>
            <a:r>
              <a:t>　来月〜　：パパ/ママ向けコンテンツ配信・HP改善</a:t>
            </a:r>
          </a:p>
          <a:p>
            <a:r>
              <a:t>　将来　　：ボーイ・ベンチャー隊向け拡張・AI自動化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06｜団員の皆さんへのお願い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📷 写真・動画の提供</a:t>
            </a:r>
          </a:p>
          <a:p>
            <a:r>
              <a:t>　活動中の写真をLINEグループへ。顔不要・年2〜3枚でもOK</a:t>
            </a:r>
          </a:p>
          <a:p/>
          <a:p>
            <a:r>
              <a:t>💬 口コミ・紹介カードの活用</a:t>
            </a:r>
          </a:p>
          <a:p>
            <a:r>
              <a:t>　「うちの子スカウトやってる」の一言が最大の広報</a:t>
            </a:r>
          </a:p>
          <a:p>
            <a:r>
              <a:t>　名刺サイズの紹介カード（LINE QRつき）をお渡しします</a:t>
            </a:r>
          </a:p>
          <a:p/>
          <a:p>
            <a:r>
              <a:t>🤝 体験会への歓迎</a:t>
            </a:r>
          </a:p>
          <a:p>
            <a:r>
              <a:t>　見学・体験に来た方への笑顔での対応をお願いします</a:t>
            </a:r>
          </a:p>
          <a:p/>
          <a:p>
            <a:r>
              <a:t>📝 エピソードの共有</a:t>
            </a:r>
          </a:p>
          <a:p>
            <a:r>
              <a:t>　「あの子がこう変わった」という話を担当者に教えてください</a:t>
            </a:r>
          </a:p>
          <a:p>
            <a:r>
              <a:t>　それがLINEのコンテンツになります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・まず無料で始め、効果を見ながら投資を判断する</a:t>
            </a:r>
          </a:p>
          <a:p>
            <a:r>
              <a:t>・担当者の負担を最小化しながら、自動で入団へ誘導する仕組みを作る</a:t>
            </a:r>
          </a:p>
          <a:p>
            <a:r>
              <a:t>・チラシ・口コミ・LINE・HPを連動させ、一貫した流れを作る</a:t>
            </a:r>
          </a:p>
          <a:p>
            <a:r>
              <a:t>・ビーバー・カブから始め、全段階に対応できる土台を最初から設計する</a:t>
            </a:r>
          </a:p>
          <a:p/>
          <a:p>
            <a:r>
              <a:t>「来てみたら楽しかった」と言ってもらえる体験をLINEで届け、</a:t>
            </a:r>
          </a:p>
          <a:p>
            <a:r>
              <a:t>体験会への参加・入団へとつなげます。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